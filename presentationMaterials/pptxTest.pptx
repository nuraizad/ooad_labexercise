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D712D-1FFD-0AF5-B8A3-DB2080C298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E24833-8934-ABDC-65DC-BCD4796D91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6E28F7-3BF4-9ACE-4AA5-CF4E36165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FA453-974E-41A4-82A5-58256F8674CC}" type="datetimeFigureOut">
              <a:rPr lang="en-MY" smtClean="0"/>
              <a:t>5/2/2026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49785D-5DB8-D84A-E42F-9C0EBAE71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D8D297-896E-7244-0F5E-9CE5B92D2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F8D34-C8AD-4E01-A553-31D4D3D8C79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800810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ACFD6-9FDF-08F4-02B6-7AD710872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9A92B7-6FF7-BA26-1C05-67FEA44C63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800580-CF6B-F074-F466-0F78DB602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FA453-974E-41A4-82A5-58256F8674CC}" type="datetimeFigureOut">
              <a:rPr lang="en-MY" smtClean="0"/>
              <a:t>5/2/2026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FD1F6D-1261-8B66-9B78-ECA70F06A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0DB2C5-7EFC-D641-B3C0-B48E9AA29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F8D34-C8AD-4E01-A553-31D4D3D8C79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43854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03852-1F99-5795-3972-B6964FBEC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DF95DB-6906-6DAD-AB6F-8C175E3A78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DAB70E-D4CB-AEAB-43A6-664C16A77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FA453-974E-41A4-82A5-58256F8674CC}" type="datetimeFigureOut">
              <a:rPr lang="en-MY" smtClean="0"/>
              <a:t>5/2/2026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43FA2D-772E-1DE8-D608-62BFD2074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54688F-4C54-295C-1514-EC80184A0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F8D34-C8AD-4E01-A553-31D4D3D8C79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286913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98C66-DEED-9D6E-2DAB-F82841DB8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A1AB2-D3F0-F39C-51AC-6DB92F4E52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AEF24A-DCCD-2674-8CAA-D17DAB5951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F7FC07-7D65-62B5-9889-12C6271DB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FA453-974E-41A4-82A5-58256F8674CC}" type="datetimeFigureOut">
              <a:rPr lang="en-MY" smtClean="0"/>
              <a:t>5/2/2026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AD6BE1-3240-E86E-2D47-40F233840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65E4B0-10B7-D28F-7C4D-A16BCE766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F8D34-C8AD-4E01-A553-31D4D3D8C79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2464820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0B839-20EA-692E-92E1-C207353C2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FF4312-2791-5A6C-4A8B-F9E07313DA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8B5160-69A8-7B94-FEEE-15E2D228DC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7287FA-9525-263D-0F7F-3E1056354E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0833CC-FB9E-0905-8E94-79EEFD54D8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56FC3E-84AB-245A-ABBC-EF1D3CF04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FA453-974E-41A4-82A5-58256F8674CC}" type="datetimeFigureOut">
              <a:rPr lang="en-MY" smtClean="0"/>
              <a:t>5/2/2026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F4F4A7-B557-968C-2BDA-266FF373D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EDFC49-0FEA-83B7-DCBD-29C921878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F8D34-C8AD-4E01-A553-31D4D3D8C79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737406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1D5C6-BADE-6807-ECB1-5F9F83F01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706F93-2361-90DD-E658-5AF85725D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FA453-974E-41A4-82A5-58256F8674CC}" type="datetimeFigureOut">
              <a:rPr lang="en-MY" smtClean="0"/>
              <a:t>5/2/2026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24B133-537D-5C7A-7099-FE1BB6AD4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A17316-DE4D-C650-386E-7D4A3C125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F8D34-C8AD-4E01-A553-31D4D3D8C79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8248389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3A039C-87AC-3FB5-DAF0-1EB0F0C1E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FA453-974E-41A4-82A5-58256F8674CC}" type="datetimeFigureOut">
              <a:rPr lang="en-MY" smtClean="0"/>
              <a:t>5/2/2026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E2ED54-C260-7FDB-CEBD-EFDFFC686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CC8792-BC43-C1D3-3902-CF4F241C2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F8D34-C8AD-4E01-A553-31D4D3D8C79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2794047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179B7-D779-ADFF-6D63-2C98A745D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9BE154-B049-5BB1-C08A-0A69466016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09E89E-9B0F-369F-915F-025703C925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467FFA-2E1B-B0E2-E1E1-11D471630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FA453-974E-41A4-82A5-58256F8674CC}" type="datetimeFigureOut">
              <a:rPr lang="en-MY" smtClean="0"/>
              <a:t>5/2/2026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45DCB0-EE26-C1E1-E846-4B72313A7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B3A028-C273-53F9-CF30-FFEF02B54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F8D34-C8AD-4E01-A553-31D4D3D8C79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0568067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4591A-FE30-FEFE-5A40-0FAB514B9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A15443-4FAF-90E1-B27E-C81E95B93A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9F1706-9724-712B-60EE-C1C092E1DB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B9B08D-A964-6112-2542-1AE295D4E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FA453-974E-41A4-82A5-58256F8674CC}" type="datetimeFigureOut">
              <a:rPr lang="en-MY" smtClean="0"/>
              <a:t>5/2/2026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518BE-DD9A-689D-97D9-C7D5FC634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2B7A38-E76D-051F-DBA9-71F3CA1F1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F8D34-C8AD-4E01-A553-31D4D3D8C79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1139739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FA91A-7DD8-7EA8-EFEA-60C7DE22F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3AA695-D8E7-6E61-D716-28469D4B54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3B385F-D04A-575E-8DB7-7FFE97080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FA453-974E-41A4-82A5-58256F8674CC}" type="datetimeFigureOut">
              <a:rPr lang="en-MY" smtClean="0"/>
              <a:t>5/2/2026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E1E3B-D7B1-51CC-E029-8C4EEAD94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27C7EC-7C9E-505A-2764-9828B7FFA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F8D34-C8AD-4E01-A553-31D4D3D8C79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024096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37FF84-227E-F16C-AA54-A9F978DC55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DA54C8-8523-3E99-6A24-A3E99604F9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A77D45-A952-FA6D-046B-C1AF54B3E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FA453-974E-41A4-82A5-58256F8674CC}" type="datetimeFigureOut">
              <a:rPr lang="en-MY" smtClean="0"/>
              <a:t>5/2/2026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CE62AC-18D2-0913-39A8-823979C08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7A9D48-5B28-BCE8-4CA2-8F3A5739A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F8D34-C8AD-4E01-A553-31D4D3D8C79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626076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754579-C328-9014-4F21-24F0650DC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785261-E298-2A51-2C81-2CBC468F1A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C6831E-C2AF-8138-71F7-D98A272C69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1FA453-974E-41A4-82A5-58256F8674CC}" type="datetimeFigureOut">
              <a:rPr lang="en-MY" smtClean="0"/>
              <a:t>5/2/2026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A11F50-EC21-A9A1-333D-F50A7015D3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CA667B-4F31-1324-91AE-A2B6840313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0F8D34-C8AD-4E01-A553-31D4D3D8C79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768948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CDF02-387E-020E-3102-9553A6640B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MY" dirty="0"/>
              <a:t>test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0AA12F-7B27-E57C-321E-A897BFCE3A1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5457357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test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MUHAMMAD NUR AIZAD BIN MURTADHA</dc:creator>
  <cp:lastModifiedBy>MUHAMMAD NUR AIZAD BIN MURTADHA</cp:lastModifiedBy>
  <cp:revision>1</cp:revision>
  <dcterms:created xsi:type="dcterms:W3CDTF">2026-02-05T10:58:30Z</dcterms:created>
  <dcterms:modified xsi:type="dcterms:W3CDTF">2026-02-05T10:58:45Z</dcterms:modified>
</cp:coreProperties>
</file>